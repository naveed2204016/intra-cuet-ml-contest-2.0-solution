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l_contest_presentation_slide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_and_dataset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ch_methodology_infographic_in_neon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periment_performance_progress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ey_takeaways_from_the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